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3"/>
    <p:restoredTop sz="94641"/>
  </p:normalViewPr>
  <p:slideViewPr>
    <p:cSldViewPr snapToGrid="0" snapToObjects="1">
      <p:cViewPr>
        <p:scale>
          <a:sx n="196" d="100"/>
          <a:sy n="196" d="100"/>
        </p:scale>
        <p:origin x="-1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8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3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3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7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72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0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6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3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2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5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5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22E78-48A8-8E49-B0D6-FF8F407BA500}" type="datetimeFigureOut">
              <a:rPr lang="en-US" smtClean="0"/>
              <a:t>6/11/18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4FC28-12AB-8141-86FA-F17962EB9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9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D1A3-0A80-9B48-8CD9-D4DB18DA47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Houdini’s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F2EAE-216C-EE46-90D7-E1D307581E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Control Webpage</a:t>
            </a:r>
          </a:p>
        </p:txBody>
      </p:sp>
    </p:spTree>
    <p:extLst>
      <p:ext uri="{BB962C8B-B14F-4D97-AF65-F5344CB8AC3E}">
        <p14:creationId xmlns:p14="http://schemas.microsoft.com/office/powerpoint/2010/main" val="413256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537548-3DED-214B-BDD4-BAAB052E34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71" t="19972" r="11822" b="63506"/>
          <a:stretch/>
        </p:blipFill>
        <p:spPr>
          <a:xfrm>
            <a:off x="1847386" y="540423"/>
            <a:ext cx="3356476" cy="1252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99086A-0903-7F4F-8C1B-5315B8604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663" y="1458932"/>
            <a:ext cx="573415" cy="246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E7492A-EF71-3B4C-9D62-B6C2631636BE}"/>
              </a:ext>
            </a:extLst>
          </p:cNvPr>
          <p:cNvSpPr txBox="1"/>
          <p:nvPr/>
        </p:nvSpPr>
        <p:spPr>
          <a:xfrm>
            <a:off x="1859597" y="1895582"/>
            <a:ext cx="765424" cy="307777"/>
          </a:xfrm>
          <a:prstGeom prst="rect">
            <a:avLst/>
          </a:prstGeom>
          <a:solidFill>
            <a:srgbClr val="4E121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Start 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1227F-F4D0-F34C-8917-5FE1A99E3C75}"/>
              </a:ext>
            </a:extLst>
          </p:cNvPr>
          <p:cNvSpPr txBox="1"/>
          <p:nvPr/>
        </p:nvSpPr>
        <p:spPr>
          <a:xfrm>
            <a:off x="1859597" y="2255177"/>
            <a:ext cx="765424" cy="307777"/>
          </a:xfrm>
          <a:prstGeom prst="rect">
            <a:avLst/>
          </a:prstGeom>
          <a:solidFill>
            <a:srgbClr val="4E121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Start 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9C452-18F8-9C45-B57F-AE18D9D3226C}"/>
              </a:ext>
            </a:extLst>
          </p:cNvPr>
          <p:cNvSpPr txBox="1"/>
          <p:nvPr/>
        </p:nvSpPr>
        <p:spPr>
          <a:xfrm>
            <a:off x="2729509" y="2255176"/>
            <a:ext cx="765424" cy="307777"/>
          </a:xfrm>
          <a:prstGeom prst="rect">
            <a:avLst/>
          </a:prstGeom>
          <a:solidFill>
            <a:srgbClr val="4E121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Pause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57838A-7730-A44C-B4A3-3D5C77A6F352}"/>
              </a:ext>
            </a:extLst>
          </p:cNvPr>
          <p:cNvSpPr txBox="1"/>
          <p:nvPr/>
        </p:nvSpPr>
        <p:spPr>
          <a:xfrm>
            <a:off x="3597915" y="2255177"/>
            <a:ext cx="765424" cy="307777"/>
          </a:xfrm>
          <a:prstGeom prst="rect">
            <a:avLst/>
          </a:prstGeom>
          <a:solidFill>
            <a:srgbClr val="4E121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Solve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099D5-0E91-FA49-8C54-1DDBD35B3408}"/>
              </a:ext>
            </a:extLst>
          </p:cNvPr>
          <p:cNvSpPr txBox="1"/>
          <p:nvPr/>
        </p:nvSpPr>
        <p:spPr>
          <a:xfrm>
            <a:off x="4438438" y="2245127"/>
            <a:ext cx="765424" cy="307777"/>
          </a:xfrm>
          <a:prstGeom prst="rect">
            <a:avLst/>
          </a:prstGeom>
          <a:solidFill>
            <a:srgbClr val="4E121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655EE-B1DE-774A-A48A-71E626520B32}"/>
              </a:ext>
            </a:extLst>
          </p:cNvPr>
          <p:cNvSpPr txBox="1"/>
          <p:nvPr/>
        </p:nvSpPr>
        <p:spPr>
          <a:xfrm>
            <a:off x="3583974" y="1864804"/>
            <a:ext cx="1708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Time Left: 24:56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509AEF-1B2F-8648-BA3B-F8D2DC404626}"/>
              </a:ext>
            </a:extLst>
          </p:cNvPr>
          <p:cNvCxnSpPr/>
          <p:nvPr/>
        </p:nvCxnSpPr>
        <p:spPr>
          <a:xfrm>
            <a:off x="1854462" y="2645596"/>
            <a:ext cx="3344265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B4C509-1B0B-4A42-85AB-6BAC4079A6F9}"/>
              </a:ext>
            </a:extLst>
          </p:cNvPr>
          <p:cNvSpPr txBox="1"/>
          <p:nvPr/>
        </p:nvSpPr>
        <p:spPr>
          <a:xfrm>
            <a:off x="1780869" y="2728239"/>
            <a:ext cx="804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Lights: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7D5E9F-C975-9346-B13B-45CF5538176C}"/>
              </a:ext>
            </a:extLst>
          </p:cNvPr>
          <p:cNvSpPr txBox="1"/>
          <p:nvPr/>
        </p:nvSpPr>
        <p:spPr>
          <a:xfrm>
            <a:off x="2724374" y="2728239"/>
            <a:ext cx="765424" cy="307777"/>
          </a:xfrm>
          <a:prstGeom prst="rect">
            <a:avLst/>
          </a:prstGeom>
          <a:solidFill>
            <a:srgbClr val="C00000"/>
          </a:solidFill>
          <a:ln w="3810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Red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CB0C1D-EFD9-134B-8D13-B5C382DBBE54}"/>
              </a:ext>
            </a:extLst>
          </p:cNvPr>
          <p:cNvSpPr txBox="1"/>
          <p:nvPr/>
        </p:nvSpPr>
        <p:spPr>
          <a:xfrm>
            <a:off x="3592780" y="2728240"/>
            <a:ext cx="76542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Green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5F8B29-FAAC-2F4A-A0FA-2FE9697C2D6A}"/>
              </a:ext>
            </a:extLst>
          </p:cNvPr>
          <p:cNvSpPr txBox="1"/>
          <p:nvPr/>
        </p:nvSpPr>
        <p:spPr>
          <a:xfrm>
            <a:off x="4433303" y="2718190"/>
            <a:ext cx="76542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White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2D8858-181E-4747-AE0F-D4A90F6E91EA}"/>
              </a:ext>
            </a:extLst>
          </p:cNvPr>
          <p:cNvCxnSpPr/>
          <p:nvPr/>
        </p:nvCxnSpPr>
        <p:spPr>
          <a:xfrm>
            <a:off x="1854462" y="3097571"/>
            <a:ext cx="3344265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0197B05-906A-9942-B794-4B71D1412C20}"/>
              </a:ext>
            </a:extLst>
          </p:cNvPr>
          <p:cNvSpPr txBox="1"/>
          <p:nvPr/>
        </p:nvSpPr>
        <p:spPr>
          <a:xfrm>
            <a:off x="1756411" y="3262136"/>
            <a:ext cx="8263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Picture:</a:t>
            </a:r>
            <a:br>
              <a:rPr lang="en-US" sz="1600" dirty="0"/>
            </a:br>
            <a:r>
              <a:rPr lang="en-US" sz="1600" dirty="0"/>
              <a:t>Mirror: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B81406-5BC1-534E-8EE4-6AA5496AE959}"/>
              </a:ext>
            </a:extLst>
          </p:cNvPr>
          <p:cNvSpPr txBox="1"/>
          <p:nvPr/>
        </p:nvSpPr>
        <p:spPr>
          <a:xfrm>
            <a:off x="2548733" y="3303324"/>
            <a:ext cx="94106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Still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3C5352-5F34-1D4D-8BC6-FC683A6C0731}"/>
              </a:ext>
            </a:extLst>
          </p:cNvPr>
          <p:cNvSpPr txBox="1"/>
          <p:nvPr/>
        </p:nvSpPr>
        <p:spPr>
          <a:xfrm>
            <a:off x="2548731" y="3595710"/>
            <a:ext cx="94106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Hump_Lerk_2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C3D763-C01A-2340-BB1B-161B55F8941F}"/>
              </a:ext>
            </a:extLst>
          </p:cNvPr>
          <p:cNvSpPr txBox="1"/>
          <p:nvPr/>
        </p:nvSpPr>
        <p:spPr>
          <a:xfrm>
            <a:off x="3453839" y="3272186"/>
            <a:ext cx="3434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</a:t>
            </a:r>
          </a:p>
          <a:p>
            <a:pPr algn="r"/>
            <a:r>
              <a:rPr lang="en-US" sz="1600" dirty="0"/>
              <a:t>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0094CC-6A8B-5A45-9DAE-C869C187313A}"/>
              </a:ext>
            </a:extLst>
          </p:cNvPr>
          <p:cNvSpPr txBox="1"/>
          <p:nvPr/>
        </p:nvSpPr>
        <p:spPr>
          <a:xfrm>
            <a:off x="3761311" y="3298615"/>
            <a:ext cx="430546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9:56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F55DE2-E9D1-5348-BD02-BAAD935AB5C2}"/>
              </a:ext>
            </a:extLst>
          </p:cNvPr>
          <p:cNvSpPr txBox="1"/>
          <p:nvPr/>
        </p:nvSpPr>
        <p:spPr>
          <a:xfrm>
            <a:off x="3761308" y="3591001"/>
            <a:ext cx="43054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0:12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73990F-241E-F24F-AEBF-DCE7606113A3}"/>
              </a:ext>
            </a:extLst>
          </p:cNvPr>
          <p:cNvSpPr txBox="1"/>
          <p:nvPr/>
        </p:nvSpPr>
        <p:spPr>
          <a:xfrm>
            <a:off x="2724374" y="3105757"/>
            <a:ext cx="5036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Current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E8775D-F92D-4D47-94BA-E6052DA2FBB5}"/>
              </a:ext>
            </a:extLst>
          </p:cNvPr>
          <p:cNvSpPr txBox="1"/>
          <p:nvPr/>
        </p:nvSpPr>
        <p:spPr>
          <a:xfrm>
            <a:off x="3674261" y="3087164"/>
            <a:ext cx="6286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Remaining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618190-2598-D348-BE50-31F6EEDCF3CB}"/>
              </a:ext>
            </a:extLst>
          </p:cNvPr>
          <p:cNvSpPr txBox="1"/>
          <p:nvPr/>
        </p:nvSpPr>
        <p:spPr>
          <a:xfrm>
            <a:off x="4490646" y="3105757"/>
            <a:ext cx="522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Next Up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58A637-2A19-7F4C-8A83-DF893CD97487}"/>
              </a:ext>
            </a:extLst>
          </p:cNvPr>
          <p:cNvSpPr txBox="1"/>
          <p:nvPr/>
        </p:nvSpPr>
        <p:spPr>
          <a:xfrm>
            <a:off x="4257662" y="3292599"/>
            <a:ext cx="94106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Houd_15_Left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F14F6E-8E2F-1C4D-AB9E-F8A2FCBF1B39}"/>
              </a:ext>
            </a:extLst>
          </p:cNvPr>
          <p:cNvSpPr txBox="1"/>
          <p:nvPr/>
        </p:nvSpPr>
        <p:spPr>
          <a:xfrm>
            <a:off x="4257660" y="3584985"/>
            <a:ext cx="94106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Hump_Lerk_3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F61A97-F168-AB44-AC62-3316C40ED28D}"/>
              </a:ext>
            </a:extLst>
          </p:cNvPr>
          <p:cNvCxnSpPr/>
          <p:nvPr/>
        </p:nvCxnSpPr>
        <p:spPr>
          <a:xfrm>
            <a:off x="1854462" y="3917792"/>
            <a:ext cx="3344265" cy="0"/>
          </a:xfrm>
          <a:prstGeom prst="line">
            <a:avLst/>
          </a:prstGeom>
          <a:ln w="2540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37D9CF-46D7-0144-A348-99D58E836D22}"/>
              </a:ext>
            </a:extLst>
          </p:cNvPr>
          <p:cNvSpPr txBox="1"/>
          <p:nvPr/>
        </p:nvSpPr>
        <p:spPr>
          <a:xfrm>
            <a:off x="1780869" y="3952195"/>
            <a:ext cx="5883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Hint: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06570B-0944-D54A-871A-1E41B0AE7723}"/>
              </a:ext>
            </a:extLst>
          </p:cNvPr>
          <p:cNvSpPr txBox="1"/>
          <p:nvPr/>
        </p:nvSpPr>
        <p:spPr>
          <a:xfrm>
            <a:off x="2286971" y="3998361"/>
            <a:ext cx="207123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Check the desk drawer again.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078C91-69FE-144D-A8CA-9C46BA76F3AD}"/>
              </a:ext>
            </a:extLst>
          </p:cNvPr>
          <p:cNvSpPr txBox="1"/>
          <p:nvPr/>
        </p:nvSpPr>
        <p:spPr>
          <a:xfrm>
            <a:off x="4433303" y="3967582"/>
            <a:ext cx="765424" cy="307777"/>
          </a:xfrm>
          <a:prstGeom prst="rect">
            <a:avLst/>
          </a:prstGeom>
          <a:solidFill>
            <a:srgbClr val="4E121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Send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952DBB-9C50-B346-81AA-AA7F030590E6}"/>
              </a:ext>
            </a:extLst>
          </p:cNvPr>
          <p:cNvSpPr txBox="1"/>
          <p:nvPr/>
        </p:nvSpPr>
        <p:spPr>
          <a:xfrm>
            <a:off x="1227762" y="4489807"/>
            <a:ext cx="4191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Functionality: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Start, Pause/Resume, Solve, and Reset buttons.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Light buttons highlight which is active and allow others to be clicked.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Picture and Mirror boxes show what is Current, how long is Remaining the Next Up. 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Hint Box (future) allows test to be send to the mirror to be displayed over the clock.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2BF4C4F-7C8E-5040-A596-570ACB13E4AF}"/>
              </a:ext>
            </a:extLst>
          </p:cNvPr>
          <p:cNvSpPr/>
          <p:nvPr/>
        </p:nvSpPr>
        <p:spPr>
          <a:xfrm>
            <a:off x="1780869" y="473413"/>
            <a:ext cx="3512033" cy="38845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6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1515</TotalTime>
  <Words>119</Words>
  <Application>Microsoft Macintosh PowerPoint</Application>
  <PresentationFormat>Letter Paper (8.5x11 in)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Houdini’s Challenge</vt:lpstr>
      <vt:lpstr>PowerPoint Presentation</vt:lpstr>
    </vt:vector>
  </TitlesOfParts>
  <Company/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Houdini’s Challenge</dc:title>
  <dc:creator>Mark Stevens</dc:creator>
  <cp:lastModifiedBy>Mark Stevens</cp:lastModifiedBy>
  <cp:revision>9</cp:revision>
  <dcterms:created xsi:type="dcterms:W3CDTF">2018-06-12T02:50:39Z</dcterms:created>
  <dcterms:modified xsi:type="dcterms:W3CDTF">2018-06-13T04:05:56Z</dcterms:modified>
</cp:coreProperties>
</file>